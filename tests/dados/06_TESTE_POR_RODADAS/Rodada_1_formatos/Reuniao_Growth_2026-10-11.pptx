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Reunião de Growth — 11/10/2026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Participaram Ana e Bruno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Carrossel sobre ferramentas (ACT-101)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Os exemplos de ferramentas precisaram ser refeitos.</a:t>
            </a:r>
          </a:p>
          <a:p>
            <a:r>
              <a:rPr sz="2400"/>
              <a:t>Novo prazo da versão para aprovação: 2026-10-15.</a:t>
            </a:r>
          </a:p>
          <a:p>
            <a:r>
              <a:rPr sz="2400"/>
              <a:t>O Bruno entra junto com a Ana no carrossel para acelerar as artes.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Ana: finalizar o roteiro do carrossel.</a:t>
            </a:r>
          </a:p>
          <a:p>
            <a:r>
              <a:rPr sz="2400"/>
              <a:t>Bruno: produzir as artes.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